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4660"/>
  </p:normalViewPr>
  <p:slideViewPr>
    <p:cSldViewPr snapToGrid="0">
      <p:cViewPr varScale="1">
        <p:scale>
          <a:sx n="44" d="100"/>
          <a:sy n="44" d="100"/>
        </p:scale>
        <p:origin x="30" y="13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FFA28-4613-6184-317B-8DA2E87AB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0799B1-0D67-BF9D-E838-9EECE9DB2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531486-20B7-FF97-FC9E-3FAD2191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6A8B92-A07B-41A0-B59F-ED7FD567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89714-188C-24F1-2CCC-2ABC8342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66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B7D007-06DD-CB0E-ACB7-997DC38C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6604BC-E4DE-9333-32A9-7085898C6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D4C60-0692-96B3-F3D3-CB6C3D75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3C764B-8064-FAE2-6F7F-0293D192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C4A3F7-C8BC-92CB-A7B6-8E9509C4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6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AFF74-83CA-A9FD-1914-3FDB1115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D75DB7-6A47-6EE5-5BFA-A17802B64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5549AD-85E4-9DA3-C713-3E8D03DC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E41AD3-0F92-6AEF-23F1-52F9678D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6AD6B2-00E2-9299-6E9F-43EB1DD7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8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1FC6E-A847-CEF8-63F7-05E26F22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F88C13-5D8B-BF5F-5EDF-716C5B3E4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7A6097-6E66-C5C2-33F4-1DAC6026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EF9B51-094D-F474-F8AE-AED72892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04F3BA-8A76-0537-9A27-577CD09B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B12DD1-C5B3-37B0-C883-0525A6F9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2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7E069-0927-0567-BC19-A81FFA7D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01DB99-A05D-0B4E-001F-469DB3FB5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324BC7-103D-DCE8-BA7B-2F3F0E28D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6C5FB1-2AA2-A330-0DBC-E84EB7161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B379C2-A1E8-9168-FF92-78500DA45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8A85DD-F960-2C3B-F65F-641EBEB7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10A1D-5326-B55D-6578-E6717F55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358C944-87EF-1564-0B9A-5BBD5068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539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CC8F36-C905-2F99-348B-05E608A3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988478-1395-D40F-0D2C-2619C054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6C8D3B-4640-43E2-D9C9-6535A957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589C99-C17D-A904-B0D2-8D54D97C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47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1F0F8D-6D9E-112F-808C-759782DD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BF38330-2EA1-8A45-56DD-AB4A8895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26DA71-D368-9B92-5782-08886DA5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55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36187F-6EA2-9282-A801-CAC116FB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C35EF8-3F84-1A74-518E-D7A9B6B8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792FD1-8DB9-55F8-1948-B5819E921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84ABC6-1ADF-B939-55FE-B7FF05E1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195971-C3A5-70B5-4693-2437E8DB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A5F002-A978-8752-3459-14E1865F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14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C2F7F-2D56-E680-57AC-D553102A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0290BC-5057-430B-DA33-8C4A344AB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018F78-6E77-FB4D-F812-BC84469E8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4E68D0-1A5B-9B02-C7CC-D65649C9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3BAE8A-BCC5-9E6E-861A-5343C905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5B8188-D548-E701-A676-88E4B8E8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281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4B7C8-F562-623E-1115-52AADAB0B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56125D-7CBF-0C41-5B3D-AAB078ADB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FE081A-BF7B-C822-6645-DD73D59E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6C5934-FF6C-A7DA-EDE1-CC0AFFA0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01D4DE-6357-8802-04C8-C4B06E2B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42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AE8B6C-0B3D-1266-2DF8-4070E1863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1D3F04-3B19-DA5F-5033-16CC07753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A76880-4176-2606-3523-94EC06B9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26E8C2-FAA2-CE46-62E3-0CAF5053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3FE266-5334-E507-BCD2-7A5D8509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14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415210-59EF-EE03-2EBC-998CB76F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BDA867-B4CD-F1AA-075E-C43491301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2266B0-DCD0-1564-886F-90D959C3F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37F8B-1B1E-430E-941E-B95DFD563639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A60E0B-6C13-A978-B6D0-5F3E17E6D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9CDECA-1AD0-D839-5FCD-688EE50A9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CDE2C-F1C1-495E-81BF-47CCC0C138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44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874190-2FED-359B-CBC2-F4EDB5CCF0C2}"/>
              </a:ext>
            </a:extLst>
          </p:cNvPr>
          <p:cNvSpPr/>
          <p:nvPr/>
        </p:nvSpPr>
        <p:spPr>
          <a:xfrm rot="21264767">
            <a:off x="2238282" y="2826171"/>
            <a:ext cx="914400" cy="6034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2159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F5AB5D5-9750-FC3D-E66C-B633D285ECAB}"/>
              </a:ext>
            </a:extLst>
          </p:cNvPr>
          <p:cNvSpPr/>
          <p:nvPr/>
        </p:nvSpPr>
        <p:spPr>
          <a:xfrm>
            <a:off x="2537198" y="3736355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2F8B6D-3E7D-7988-E9C0-30DA9A80BC8D}"/>
              </a:ext>
            </a:extLst>
          </p:cNvPr>
          <p:cNvSpPr txBox="1"/>
          <p:nvPr/>
        </p:nvSpPr>
        <p:spPr>
          <a:xfrm>
            <a:off x="2649134" y="4018567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input</a:t>
            </a:r>
            <a:endParaRPr kumimoji="1" lang="ja-JP" altLang="en-US" sz="160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890BF5C-E5DC-D3D3-B8D0-D1FC932C3BF9}"/>
              </a:ext>
            </a:extLst>
          </p:cNvPr>
          <p:cNvCxnSpPr>
            <a:cxnSpLocks/>
          </p:cNvCxnSpPr>
          <p:nvPr/>
        </p:nvCxnSpPr>
        <p:spPr>
          <a:xfrm>
            <a:off x="2712325" y="3153024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23BE385-132D-A679-E8CE-DDD19872C721}"/>
              </a:ext>
            </a:extLst>
          </p:cNvPr>
          <p:cNvCxnSpPr>
            <a:cxnSpLocks/>
          </p:cNvCxnSpPr>
          <p:nvPr/>
        </p:nvCxnSpPr>
        <p:spPr>
          <a:xfrm>
            <a:off x="2902605" y="3290712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52C714-838A-815B-C5C3-170E8CC7F8F7}"/>
              </a:ext>
            </a:extLst>
          </p:cNvPr>
          <p:cNvSpPr/>
          <p:nvPr/>
        </p:nvSpPr>
        <p:spPr>
          <a:xfrm rot="21264767">
            <a:off x="4462363" y="1862818"/>
            <a:ext cx="914400" cy="1695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2159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9806F70-44A3-B8BA-FEC7-B01B69B3F790}"/>
              </a:ext>
            </a:extLst>
          </p:cNvPr>
          <p:cNvSpPr/>
          <p:nvPr/>
        </p:nvSpPr>
        <p:spPr>
          <a:xfrm>
            <a:off x="4753747" y="3749863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E5A05A-72AC-174B-7EB1-F090D2F0A3CE}"/>
              </a:ext>
            </a:extLst>
          </p:cNvPr>
          <p:cNvSpPr txBox="1"/>
          <p:nvPr/>
        </p:nvSpPr>
        <p:spPr>
          <a:xfrm>
            <a:off x="4706727" y="3831950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Bi-LSTM</a:t>
            </a:r>
            <a:endParaRPr kumimoji="1" lang="ja-JP" altLang="en-US" sz="16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68E73C2-5B13-E26C-DEDE-FA8089F069D7}"/>
              </a:ext>
            </a:extLst>
          </p:cNvPr>
          <p:cNvSpPr txBox="1"/>
          <p:nvPr/>
        </p:nvSpPr>
        <p:spPr>
          <a:xfrm>
            <a:off x="4692022" y="4036218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return </a:t>
            </a:r>
          </a:p>
          <a:p>
            <a:pPr algn="ctr"/>
            <a:r>
              <a:rPr lang="en-US" altLang="ja-JP" sz="1200"/>
              <a:t>sequence</a:t>
            </a:r>
          </a:p>
          <a:p>
            <a:pPr algn="ctr"/>
            <a:r>
              <a:rPr lang="en-US" altLang="ja-JP" sz="1200"/>
              <a:t>= true</a:t>
            </a:r>
            <a:endParaRPr kumimoji="1" lang="ja-JP" altLang="en-US" sz="160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4A3653B-CB00-A189-D136-D6B3BDE9039E}"/>
              </a:ext>
            </a:extLst>
          </p:cNvPr>
          <p:cNvCxnSpPr>
            <a:cxnSpLocks/>
          </p:cNvCxnSpPr>
          <p:nvPr/>
        </p:nvCxnSpPr>
        <p:spPr>
          <a:xfrm>
            <a:off x="4929205" y="3173549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7DF4A31-9F69-ABCD-BF6A-338BB2CB13AC}"/>
              </a:ext>
            </a:extLst>
          </p:cNvPr>
          <p:cNvCxnSpPr>
            <a:cxnSpLocks/>
          </p:cNvCxnSpPr>
          <p:nvPr/>
        </p:nvCxnSpPr>
        <p:spPr>
          <a:xfrm>
            <a:off x="5121710" y="3288340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5A80932-D5DD-7AB5-CB22-3DC0A1814928}"/>
              </a:ext>
            </a:extLst>
          </p:cNvPr>
          <p:cNvSpPr txBox="1"/>
          <p:nvPr/>
        </p:nvSpPr>
        <p:spPr>
          <a:xfrm>
            <a:off x="5834076" y="3929794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Dropout</a:t>
            </a:r>
          </a:p>
          <a:p>
            <a:pPr algn="ctr"/>
            <a:r>
              <a:rPr kumimoji="1" lang="en-US" altLang="ja-JP" sz="1200"/>
              <a:t>= 0.3</a:t>
            </a:r>
            <a:endParaRPr kumimoji="1" lang="ja-JP" altLang="en-US" sz="16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3ABD472-1831-F035-206E-64F8F1328163}"/>
              </a:ext>
            </a:extLst>
          </p:cNvPr>
          <p:cNvSpPr/>
          <p:nvPr/>
        </p:nvSpPr>
        <p:spPr>
          <a:xfrm rot="21264767">
            <a:off x="8486889" y="2503129"/>
            <a:ext cx="914400" cy="111239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C73E3CC-BEE8-5778-A652-325D6B8E2C6E}"/>
              </a:ext>
            </a:extLst>
          </p:cNvPr>
          <p:cNvSpPr/>
          <p:nvPr/>
        </p:nvSpPr>
        <p:spPr>
          <a:xfrm>
            <a:off x="8852787" y="3736355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21A54B2-D923-29E1-FA04-44DCD7F7B1CA}"/>
              </a:ext>
            </a:extLst>
          </p:cNvPr>
          <p:cNvSpPr txBox="1"/>
          <p:nvPr/>
        </p:nvSpPr>
        <p:spPr>
          <a:xfrm>
            <a:off x="8938071" y="3895516"/>
            <a:ext cx="641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Dense</a:t>
            </a:r>
            <a:endParaRPr kumimoji="1" lang="ja-JP" altLang="en-US" sz="160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C72BFE7-4F9B-9220-29C4-1B12B199AC9F}"/>
              </a:ext>
            </a:extLst>
          </p:cNvPr>
          <p:cNvCxnSpPr>
            <a:cxnSpLocks/>
          </p:cNvCxnSpPr>
          <p:nvPr/>
        </p:nvCxnSpPr>
        <p:spPr>
          <a:xfrm>
            <a:off x="9043416" y="3103030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3400F52-49CB-D307-B000-C761DDA0C640}"/>
              </a:ext>
            </a:extLst>
          </p:cNvPr>
          <p:cNvCxnSpPr>
            <a:cxnSpLocks/>
          </p:cNvCxnSpPr>
          <p:nvPr/>
        </p:nvCxnSpPr>
        <p:spPr>
          <a:xfrm>
            <a:off x="9226167" y="3229193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A57762-4DBD-BB2E-CD4D-653880AC69FE}"/>
              </a:ext>
            </a:extLst>
          </p:cNvPr>
          <p:cNvSpPr txBox="1"/>
          <p:nvPr/>
        </p:nvSpPr>
        <p:spPr>
          <a:xfrm>
            <a:off x="8981955" y="4188168"/>
            <a:ext cx="50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err="1"/>
              <a:t>Relu</a:t>
            </a:r>
            <a:endParaRPr kumimoji="1" lang="ja-JP" altLang="en-US" sz="16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9C5E763-0F4D-F2D0-9A95-7CE31A98DCDA}"/>
              </a:ext>
            </a:extLst>
          </p:cNvPr>
          <p:cNvSpPr/>
          <p:nvPr/>
        </p:nvSpPr>
        <p:spPr>
          <a:xfrm rot="21264767">
            <a:off x="9473798" y="2953222"/>
            <a:ext cx="914400" cy="6034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80C82DA-2EF6-6D01-8617-5F622D3595BD}"/>
              </a:ext>
            </a:extLst>
          </p:cNvPr>
          <p:cNvSpPr/>
          <p:nvPr/>
        </p:nvSpPr>
        <p:spPr>
          <a:xfrm>
            <a:off x="9793943" y="3741184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374CB66-74CD-8DA3-32F7-8753ABA1ED39}"/>
              </a:ext>
            </a:extLst>
          </p:cNvPr>
          <p:cNvSpPr txBox="1"/>
          <p:nvPr/>
        </p:nvSpPr>
        <p:spPr>
          <a:xfrm>
            <a:off x="9845077" y="3921590"/>
            <a:ext cx="641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Dense</a:t>
            </a:r>
            <a:endParaRPr kumimoji="1" lang="ja-JP" altLang="en-US" sz="160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1E85AA5-D48F-0462-8A25-890E261A8C38}"/>
              </a:ext>
            </a:extLst>
          </p:cNvPr>
          <p:cNvCxnSpPr>
            <a:cxnSpLocks/>
          </p:cNvCxnSpPr>
          <p:nvPr/>
        </p:nvCxnSpPr>
        <p:spPr>
          <a:xfrm>
            <a:off x="9984572" y="3107859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AE299C7-EBDF-060D-D0FD-840A2BB7F9B0}"/>
              </a:ext>
            </a:extLst>
          </p:cNvPr>
          <p:cNvCxnSpPr>
            <a:cxnSpLocks/>
          </p:cNvCxnSpPr>
          <p:nvPr/>
        </p:nvCxnSpPr>
        <p:spPr>
          <a:xfrm>
            <a:off x="10167323" y="3234022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C0D6347-5EF1-4F36-217A-FE72EA37CDCD}"/>
              </a:ext>
            </a:extLst>
          </p:cNvPr>
          <p:cNvSpPr txBox="1"/>
          <p:nvPr/>
        </p:nvSpPr>
        <p:spPr>
          <a:xfrm>
            <a:off x="9780956" y="4201493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err="1"/>
              <a:t>Softmax</a:t>
            </a:r>
            <a:endParaRPr kumimoji="1" lang="ja-JP" altLang="en-US" sz="16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766C274-FA50-CEC1-E89E-1F8E4913CED5}"/>
              </a:ext>
            </a:extLst>
          </p:cNvPr>
          <p:cNvSpPr/>
          <p:nvPr/>
        </p:nvSpPr>
        <p:spPr>
          <a:xfrm rot="21264767">
            <a:off x="6465608" y="1880897"/>
            <a:ext cx="914400" cy="1695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127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7D2FCBE-0787-E5FD-1856-97467B8CEB04}"/>
              </a:ext>
            </a:extLst>
          </p:cNvPr>
          <p:cNvSpPr/>
          <p:nvPr/>
        </p:nvSpPr>
        <p:spPr>
          <a:xfrm>
            <a:off x="6855826" y="3736355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3B2DF9F-CB98-15B0-87EF-88839A59D1FF}"/>
              </a:ext>
            </a:extLst>
          </p:cNvPr>
          <p:cNvSpPr txBox="1"/>
          <p:nvPr/>
        </p:nvSpPr>
        <p:spPr>
          <a:xfrm>
            <a:off x="6816957" y="3814863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Bi-LSTM</a:t>
            </a:r>
            <a:endParaRPr kumimoji="1" lang="ja-JP" altLang="en-US" sz="160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76CF70E-285E-63F9-5965-4BCCF86C9BAA}"/>
              </a:ext>
            </a:extLst>
          </p:cNvPr>
          <p:cNvCxnSpPr>
            <a:cxnSpLocks/>
          </p:cNvCxnSpPr>
          <p:nvPr/>
        </p:nvCxnSpPr>
        <p:spPr>
          <a:xfrm>
            <a:off x="7013789" y="3131470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2D73A66-5289-7023-2675-8BAD013555BA}"/>
              </a:ext>
            </a:extLst>
          </p:cNvPr>
          <p:cNvCxnSpPr>
            <a:cxnSpLocks/>
          </p:cNvCxnSpPr>
          <p:nvPr/>
        </p:nvCxnSpPr>
        <p:spPr>
          <a:xfrm>
            <a:off x="7213793" y="3262484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A52CA2E-6155-15EF-544E-86D2D46C4A75}"/>
              </a:ext>
            </a:extLst>
          </p:cNvPr>
          <p:cNvSpPr txBox="1"/>
          <p:nvPr/>
        </p:nvSpPr>
        <p:spPr>
          <a:xfrm rot="477823">
            <a:off x="2100794" y="3523183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500</a:t>
            </a:r>
            <a:endParaRPr kumimoji="1" lang="ja-JP" altLang="en-US" sz="11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C1C51EE-6EE8-D0F0-3933-CCB9AC494AF0}"/>
              </a:ext>
            </a:extLst>
          </p:cNvPr>
          <p:cNvSpPr txBox="1"/>
          <p:nvPr/>
        </p:nvSpPr>
        <p:spPr>
          <a:xfrm rot="477823">
            <a:off x="4351637" y="3603889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500</a:t>
            </a:r>
            <a:endParaRPr kumimoji="1" lang="ja-JP" altLang="en-US" sz="110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1DC545E-85FB-D01C-F240-77DA54E1595F}"/>
              </a:ext>
            </a:extLst>
          </p:cNvPr>
          <p:cNvSpPr txBox="1"/>
          <p:nvPr/>
        </p:nvSpPr>
        <p:spPr>
          <a:xfrm>
            <a:off x="2449111" y="3170090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</a:t>
            </a:r>
            <a:endParaRPr kumimoji="1" lang="ja-JP" altLang="en-US" sz="11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EB359C2-8853-27CF-98C5-88894AC68506}"/>
              </a:ext>
            </a:extLst>
          </p:cNvPr>
          <p:cNvSpPr txBox="1"/>
          <p:nvPr/>
        </p:nvSpPr>
        <p:spPr>
          <a:xfrm>
            <a:off x="9684627" y="3269931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</a:t>
            </a:r>
            <a:endParaRPr kumimoji="1" lang="ja-JP" altLang="en-US" sz="11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CB8BBC8-0025-F82C-121B-59B360F01EF5}"/>
              </a:ext>
            </a:extLst>
          </p:cNvPr>
          <p:cNvSpPr txBox="1"/>
          <p:nvPr/>
        </p:nvSpPr>
        <p:spPr>
          <a:xfrm>
            <a:off x="4682864" y="2640983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256</a:t>
            </a:r>
            <a:endParaRPr kumimoji="1" lang="ja-JP" altLang="en-US" sz="110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F9E0DFB-27A8-F8C4-2DA0-4291C711AE79}"/>
              </a:ext>
            </a:extLst>
          </p:cNvPr>
          <p:cNvSpPr txBox="1"/>
          <p:nvPr/>
        </p:nvSpPr>
        <p:spPr>
          <a:xfrm>
            <a:off x="6701340" y="2597652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256</a:t>
            </a:r>
            <a:endParaRPr kumimoji="1" lang="ja-JP" altLang="en-US" sz="11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33C090E-B9B8-39BD-7541-21AEB499C583}"/>
              </a:ext>
            </a:extLst>
          </p:cNvPr>
          <p:cNvSpPr txBox="1"/>
          <p:nvPr/>
        </p:nvSpPr>
        <p:spPr>
          <a:xfrm>
            <a:off x="8696118" y="3027278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32</a:t>
            </a:r>
            <a:endParaRPr kumimoji="1" lang="ja-JP" altLang="en-US" sz="11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3745ED5-F597-2953-F5A2-F86E42F63382}"/>
              </a:ext>
            </a:extLst>
          </p:cNvPr>
          <p:cNvSpPr/>
          <p:nvPr/>
        </p:nvSpPr>
        <p:spPr>
          <a:xfrm rot="21264767">
            <a:off x="3294410" y="2841523"/>
            <a:ext cx="914400" cy="6034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2159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2D3A18AF-4D5A-5A27-B875-417909709984}"/>
              </a:ext>
            </a:extLst>
          </p:cNvPr>
          <p:cNvSpPr/>
          <p:nvPr/>
        </p:nvSpPr>
        <p:spPr>
          <a:xfrm>
            <a:off x="3593326" y="3751707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A8B5CD6-EDEB-6B84-0A4E-F87E9D8FFCB3}"/>
              </a:ext>
            </a:extLst>
          </p:cNvPr>
          <p:cNvSpPr txBox="1"/>
          <p:nvPr/>
        </p:nvSpPr>
        <p:spPr>
          <a:xfrm>
            <a:off x="3598195" y="4068564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Masking </a:t>
            </a:r>
            <a:endParaRPr kumimoji="1" lang="ja-JP" altLang="en-US" sz="160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3DCBDF2C-7911-A2FE-3733-664701616812}"/>
              </a:ext>
            </a:extLst>
          </p:cNvPr>
          <p:cNvCxnSpPr>
            <a:cxnSpLocks/>
          </p:cNvCxnSpPr>
          <p:nvPr/>
        </p:nvCxnSpPr>
        <p:spPr>
          <a:xfrm>
            <a:off x="3768453" y="3168376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A1B81D8-1C53-95BD-7C4F-598A11AE4DC6}"/>
              </a:ext>
            </a:extLst>
          </p:cNvPr>
          <p:cNvCxnSpPr>
            <a:cxnSpLocks/>
          </p:cNvCxnSpPr>
          <p:nvPr/>
        </p:nvCxnSpPr>
        <p:spPr>
          <a:xfrm>
            <a:off x="3958733" y="3306064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704183C-499F-553D-26F8-4F10938276C5}"/>
              </a:ext>
            </a:extLst>
          </p:cNvPr>
          <p:cNvSpPr txBox="1"/>
          <p:nvPr/>
        </p:nvSpPr>
        <p:spPr>
          <a:xfrm rot="477823">
            <a:off x="3156922" y="3538535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500</a:t>
            </a:r>
            <a:endParaRPr kumimoji="1" lang="ja-JP" altLang="en-US" sz="11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489FA8-B78B-1A2F-B1BD-E5208750EFCB}"/>
              </a:ext>
            </a:extLst>
          </p:cNvPr>
          <p:cNvSpPr txBox="1"/>
          <p:nvPr/>
        </p:nvSpPr>
        <p:spPr>
          <a:xfrm>
            <a:off x="3505239" y="318544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</a:t>
            </a:r>
            <a:endParaRPr kumimoji="1" lang="ja-JP" altLang="en-US" sz="110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E67168E-D8FB-D186-E89D-43C941315080}"/>
              </a:ext>
            </a:extLst>
          </p:cNvPr>
          <p:cNvSpPr/>
          <p:nvPr/>
        </p:nvSpPr>
        <p:spPr>
          <a:xfrm rot="21264767">
            <a:off x="5545979" y="1831024"/>
            <a:ext cx="914400" cy="1695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2159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1601396-8FBE-D88F-0761-C8D0BE1719BD}"/>
              </a:ext>
            </a:extLst>
          </p:cNvPr>
          <p:cNvSpPr/>
          <p:nvPr/>
        </p:nvSpPr>
        <p:spPr>
          <a:xfrm>
            <a:off x="5835375" y="3739998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9D495B1A-CB1C-E2A2-88AC-BCEB6C89982E}"/>
              </a:ext>
            </a:extLst>
          </p:cNvPr>
          <p:cNvCxnSpPr>
            <a:cxnSpLocks/>
          </p:cNvCxnSpPr>
          <p:nvPr/>
        </p:nvCxnSpPr>
        <p:spPr>
          <a:xfrm>
            <a:off x="6012821" y="3141755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A816C78-458F-6293-73CE-5AD716A8B524}"/>
              </a:ext>
            </a:extLst>
          </p:cNvPr>
          <p:cNvCxnSpPr>
            <a:cxnSpLocks/>
          </p:cNvCxnSpPr>
          <p:nvPr/>
        </p:nvCxnSpPr>
        <p:spPr>
          <a:xfrm>
            <a:off x="6211942" y="3256546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64F79A9-E015-A2C8-EF21-9B464CA9B40C}"/>
              </a:ext>
            </a:extLst>
          </p:cNvPr>
          <p:cNvSpPr txBox="1"/>
          <p:nvPr/>
        </p:nvSpPr>
        <p:spPr>
          <a:xfrm rot="477823">
            <a:off x="5435253" y="3572095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500</a:t>
            </a:r>
            <a:endParaRPr kumimoji="1" lang="ja-JP" altLang="en-US" sz="110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3590B31-BDFD-3169-9D61-048087F62791}"/>
              </a:ext>
            </a:extLst>
          </p:cNvPr>
          <p:cNvSpPr txBox="1"/>
          <p:nvPr/>
        </p:nvSpPr>
        <p:spPr>
          <a:xfrm>
            <a:off x="5766480" y="2609189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256</a:t>
            </a:r>
            <a:endParaRPr kumimoji="1" lang="ja-JP" altLang="en-US" sz="110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4F692A2-95AB-3855-555A-F72061D1668A}"/>
              </a:ext>
            </a:extLst>
          </p:cNvPr>
          <p:cNvSpPr txBox="1"/>
          <p:nvPr/>
        </p:nvSpPr>
        <p:spPr>
          <a:xfrm>
            <a:off x="6804604" y="3985585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return </a:t>
            </a:r>
          </a:p>
          <a:p>
            <a:pPr algn="ctr"/>
            <a:r>
              <a:rPr lang="en-US" altLang="ja-JP" sz="1200"/>
              <a:t>sequence</a:t>
            </a:r>
          </a:p>
          <a:p>
            <a:pPr algn="ctr"/>
            <a:r>
              <a:rPr lang="en-US" altLang="ja-JP" sz="1200"/>
              <a:t>= </a:t>
            </a:r>
            <a:r>
              <a:rPr lang="en-US" altLang="ja-JP" sz="1200" err="1"/>
              <a:t>fales</a:t>
            </a:r>
            <a:endParaRPr kumimoji="1" lang="ja-JP" altLang="en-US" sz="160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58ABB87-1DF7-C0F6-8684-76A3A9CD8EF4}"/>
              </a:ext>
            </a:extLst>
          </p:cNvPr>
          <p:cNvSpPr/>
          <p:nvPr/>
        </p:nvSpPr>
        <p:spPr>
          <a:xfrm rot="21264767">
            <a:off x="7439986" y="1880897"/>
            <a:ext cx="914400" cy="1695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scene3d>
            <a:camera prst="isometricRightUp">
              <a:rot lat="1471055" lon="17632655" rev="21374904"/>
            </a:camera>
            <a:lightRig rig="threePt" dir="t">
              <a:rot lat="0" lon="0" rev="0"/>
            </a:lightRig>
          </a:scene3d>
          <a:sp3d extrusionH="12700">
            <a:bevelT w="0"/>
            <a:bevelB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DF63D281-D95B-E152-C4F6-DB019EB42AFB}"/>
              </a:ext>
            </a:extLst>
          </p:cNvPr>
          <p:cNvSpPr/>
          <p:nvPr/>
        </p:nvSpPr>
        <p:spPr>
          <a:xfrm>
            <a:off x="7830204" y="3736355"/>
            <a:ext cx="746760" cy="914400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FCE8DC5-4988-23A6-A999-ABF7C020729A}"/>
              </a:ext>
            </a:extLst>
          </p:cNvPr>
          <p:cNvCxnSpPr>
            <a:cxnSpLocks/>
          </p:cNvCxnSpPr>
          <p:nvPr/>
        </p:nvCxnSpPr>
        <p:spPr>
          <a:xfrm>
            <a:off x="7988167" y="3131470"/>
            <a:ext cx="43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D34B9A8B-75CA-3B1B-7B3D-341AE51EE029}"/>
              </a:ext>
            </a:extLst>
          </p:cNvPr>
          <p:cNvCxnSpPr>
            <a:cxnSpLocks/>
          </p:cNvCxnSpPr>
          <p:nvPr/>
        </p:nvCxnSpPr>
        <p:spPr>
          <a:xfrm>
            <a:off x="8188171" y="3262484"/>
            <a:ext cx="762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94799FF-755E-5E2F-BAD8-FF0310D51E64}"/>
              </a:ext>
            </a:extLst>
          </p:cNvPr>
          <p:cNvSpPr txBox="1"/>
          <p:nvPr/>
        </p:nvSpPr>
        <p:spPr>
          <a:xfrm>
            <a:off x="7675718" y="2597652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256</a:t>
            </a:r>
            <a:endParaRPr kumimoji="1" lang="ja-JP" altLang="en-US" sz="110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D44EA72-C849-ECDF-F133-28A7F5F74CAA}"/>
              </a:ext>
            </a:extLst>
          </p:cNvPr>
          <p:cNvSpPr txBox="1"/>
          <p:nvPr/>
        </p:nvSpPr>
        <p:spPr>
          <a:xfrm>
            <a:off x="7823404" y="3943885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/>
              <a:t>Dropout</a:t>
            </a:r>
          </a:p>
          <a:p>
            <a:pPr algn="ctr"/>
            <a:r>
              <a:rPr kumimoji="1" lang="en-US" altLang="ja-JP" sz="1200"/>
              <a:t>= 0.3</a:t>
            </a:r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25351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ワイド画面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小菅 快斗</dc:creator>
  <cp:lastModifiedBy>小菅 快斗</cp:lastModifiedBy>
  <cp:revision>1</cp:revision>
  <dcterms:created xsi:type="dcterms:W3CDTF">2025-12-23T09:55:47Z</dcterms:created>
  <dcterms:modified xsi:type="dcterms:W3CDTF">2025-12-23T09:57:17Z</dcterms:modified>
</cp:coreProperties>
</file>